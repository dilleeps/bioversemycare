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 Group's AQ, renamed Ant Afu in China, is a national consumer health app: about 150 million users, services from more than 5,000 hospitals, 200,000+ doctors and hundreds of AI doctor agents, with payments through Alipay and medical insurance. Bioverse One is the hospital's own platform: its own data, its staff's single sign-on, a workspace for every role, clinician approval before anything clinical reaches a patient, and a tamper-evident audit trail. Patient-facing AI features are broadly at parity. AQ leads on network scale, real payments, wearable integrations and native apps; Bioverse leads on staff workflows, operations and governance, which is what hospitals outside China need. Next gaps to close: wearable sync, a real payment processor and clearinghouse, licensed clinical content, and app-store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Bioverse One vs Ant AQ (Afu)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 promise, different job: a national consumer app vs the hospital's own platform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88920"/>
                <a:gridCol w="3017520"/>
                <a:gridCol w="1051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 AQ / Afu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Bioverse 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consumer app, Alipay ecosystem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Hospital-owned platform on your own 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150M users · 5,000+ hospitals · 200k+ doctors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organization, every role in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 leads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 medical model · 300+ AI doctor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MedGemma → Claude → rules, all evaluated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Q&amp;A, meter photos, reports, family 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+ emergency screen, doctor-approved results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assistant, AI agent follow-up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Briefs, urgency queue, approve-not-draft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Payments,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pay via Alipay · real wearables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payer and payments; devices simulated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 leads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&amp;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SSO, bulk onboarding, pharmacy, front desk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Bioverse leads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publicly detailed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chain, consent, privacy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Bioverse leads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phone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iOS and Android apps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Installable app + push; no store apps yet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 leads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24528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6F4F1"/>
          </a:solidFill>
          <a:ln w="9525">
            <a:solidFill>
              <a:srgbClr val="E6F4F1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" y="4297680"/>
            <a:ext cx="420624" cy="420624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44028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424281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</a:t>
            </a:r>
            <a:pPr indent="0" marL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 wins on reach; Bioverse wins as the hospital's own, governed system, where AQ doesn't operate.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wearable sync, real payments, licensed clinical content, app-store apps.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Ant Group via BusinessWire (Oct 2025, Sep 2026), MobiHealthNews, Yicai. AQ figures as publicly reported; Bioverse status as of Sep 2026.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Bioverse One vs Ant AQ</dc:title>
  <dc:subject>PptxGenJS Presentation</dc:subject>
  <dc:creator>Bioverse One</dc:creator>
  <cp:lastModifiedBy>Bioverse One</cp:lastModifiedBy>
  <cp:revision>1</cp:revision>
  <dcterms:created xsi:type="dcterms:W3CDTF">2026-09-25T12:47:38Z</dcterms:created>
  <dcterms:modified xsi:type="dcterms:W3CDTF">2026-09-25T12:47:38Z</dcterms:modified>
</cp:coreProperties>
</file>